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DarTech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Smart Student Housing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Students struggle with unsafe listings, high prices, and roommate conflicts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DarTech provides verified housing, roommate matching, and affordable options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Verified Listings</a:t>
            </a:r>
          </a:p>
          <a:p>
            <a:r>
              <a:t>Roommate Matching</a:t>
            </a:r>
          </a:p>
          <a:p>
            <a:r>
              <a:t>All‑Inclusive Rent</a:t>
            </a:r>
          </a:p>
          <a:p>
            <a:r>
              <a:t>Furniture Marketplace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Students, Landlords, Universities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Growing student population and housing demand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Landlord commission, premium services, and targeted ads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Safer housing, faster search, and better student living experience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Become the leading student housing platform across university cities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